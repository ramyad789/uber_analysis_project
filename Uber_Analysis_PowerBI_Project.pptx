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4" r:id="rId6"/>
    <p:sldId id="256" r:id="rId7"/>
    <p:sldId id="257" r:id="rId8"/>
    <p:sldId id="258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D4652-7ADD-4AD9-A97F-41EC05A27D61}" v="37" dt="2025-05-01T10:36:11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D" userId="206c5dbeb52e7adb" providerId="LiveId" clId="{DBBD4652-7ADD-4AD9-A97F-41EC05A27D61}"/>
    <pc:docChg chg="undo custSel addSld delSld modSld sldOrd">
      <pc:chgData name="Ramya D" userId="206c5dbeb52e7adb" providerId="LiveId" clId="{DBBD4652-7ADD-4AD9-A97F-41EC05A27D61}" dt="2025-05-01T10:36:23.269" v="539" actId="14100"/>
      <pc:docMkLst>
        <pc:docMk/>
      </pc:docMkLst>
      <pc:sldChg chg="addSp modSp mod">
        <pc:chgData name="Ramya D" userId="206c5dbeb52e7adb" providerId="LiveId" clId="{DBBD4652-7ADD-4AD9-A97F-41EC05A27D61}" dt="2025-05-01T09:28:07.097" v="97" actId="14100"/>
        <pc:sldMkLst>
          <pc:docMk/>
          <pc:sldMk cId="3071619550" sldId="259"/>
        </pc:sldMkLst>
        <pc:spChg chg="mod">
          <ac:chgData name="Ramya D" userId="206c5dbeb52e7adb" providerId="LiveId" clId="{DBBD4652-7ADD-4AD9-A97F-41EC05A27D61}" dt="2025-05-01T09:14:52.825" v="0" actId="1076"/>
          <ac:spMkLst>
            <pc:docMk/>
            <pc:sldMk cId="3071619550" sldId="259"/>
            <ac:spMk id="2" creationId="{156A6551-2C06-3F16-A571-E99AB0397873}"/>
          </ac:spMkLst>
        </pc:spChg>
        <pc:spChg chg="add mod">
          <ac:chgData name="Ramya D" userId="206c5dbeb52e7adb" providerId="LiveId" clId="{DBBD4652-7ADD-4AD9-A97F-41EC05A27D61}" dt="2025-05-01T09:27:54.893" v="96" actId="14100"/>
          <ac:spMkLst>
            <pc:docMk/>
            <pc:sldMk cId="3071619550" sldId="259"/>
            <ac:spMk id="3" creationId="{AE288E2A-6C4E-A0B3-ACD2-95CDF31F058B}"/>
          </ac:spMkLst>
        </pc:spChg>
        <pc:spChg chg="mod">
          <ac:chgData name="Ramya D" userId="206c5dbeb52e7adb" providerId="LiveId" clId="{DBBD4652-7ADD-4AD9-A97F-41EC05A27D61}" dt="2025-05-01T09:18:14.789" v="7" actId="113"/>
          <ac:spMkLst>
            <pc:docMk/>
            <pc:sldMk cId="3071619550" sldId="259"/>
            <ac:spMk id="6" creationId="{AAE6DF38-E5D2-16F2-5C9C-C8FB6EA35657}"/>
          </ac:spMkLst>
        </pc:spChg>
        <pc:spChg chg="mod">
          <ac:chgData name="Ramya D" userId="206c5dbeb52e7adb" providerId="LiveId" clId="{DBBD4652-7ADD-4AD9-A97F-41EC05A27D61}" dt="2025-05-01T09:25:18.963" v="49" actId="14100"/>
          <ac:spMkLst>
            <pc:docMk/>
            <pc:sldMk cId="3071619550" sldId="259"/>
            <ac:spMk id="7" creationId="{F9C1B99A-384D-F788-D548-EF16031D182A}"/>
          </ac:spMkLst>
        </pc:spChg>
        <pc:spChg chg="add mod">
          <ac:chgData name="Ramya D" userId="206c5dbeb52e7adb" providerId="LiveId" clId="{DBBD4652-7ADD-4AD9-A97F-41EC05A27D61}" dt="2025-05-01T09:28:07.097" v="97" actId="14100"/>
          <ac:spMkLst>
            <pc:docMk/>
            <pc:sldMk cId="3071619550" sldId="259"/>
            <ac:spMk id="8" creationId="{198E8517-7E81-FA83-4F29-2B472624859D}"/>
          </ac:spMkLst>
        </pc:spChg>
      </pc:sldChg>
      <pc:sldChg chg="addSp delSp modSp new mod ord">
        <pc:chgData name="Ramya D" userId="206c5dbeb52e7adb" providerId="LiveId" clId="{DBBD4652-7ADD-4AD9-A97F-41EC05A27D61}" dt="2025-05-01T10:36:23.269" v="539" actId="14100"/>
        <pc:sldMkLst>
          <pc:docMk/>
          <pc:sldMk cId="2029827881" sldId="260"/>
        </pc:sldMkLst>
        <pc:spChg chg="add mod">
          <ac:chgData name="Ramya D" userId="206c5dbeb52e7adb" providerId="LiveId" clId="{DBBD4652-7ADD-4AD9-A97F-41EC05A27D61}" dt="2025-05-01T09:31:33.337" v="182" actId="1076"/>
          <ac:spMkLst>
            <pc:docMk/>
            <pc:sldMk cId="2029827881" sldId="260"/>
            <ac:spMk id="2" creationId="{52847620-0EA1-CD7C-AE85-5E34CCA0D41F}"/>
          </ac:spMkLst>
        </pc:spChg>
        <pc:spChg chg="add mod">
          <ac:chgData name="Ramya D" userId="206c5dbeb52e7adb" providerId="LiveId" clId="{DBBD4652-7ADD-4AD9-A97F-41EC05A27D61}" dt="2025-05-01T09:31:31.437" v="181" actId="20577"/>
          <ac:spMkLst>
            <pc:docMk/>
            <pc:sldMk cId="2029827881" sldId="260"/>
            <ac:spMk id="3" creationId="{F9E19876-04AA-DC2D-B36D-C9FAE04605A9}"/>
          </ac:spMkLst>
        </pc:spChg>
        <pc:picChg chg="add mod">
          <ac:chgData name="Ramya D" userId="206c5dbeb52e7adb" providerId="LiveId" clId="{DBBD4652-7ADD-4AD9-A97F-41EC05A27D61}" dt="2025-05-01T10:33:18.457" v="504"/>
          <ac:picMkLst>
            <pc:docMk/>
            <pc:sldMk cId="2029827881" sldId="260"/>
            <ac:picMk id="4" creationId="{4630B1FA-52B1-0762-FC64-12D4EA2B9EE6}"/>
          </ac:picMkLst>
        </pc:picChg>
        <pc:picChg chg="add del mod">
          <ac:chgData name="Ramya D" userId="206c5dbeb52e7adb" providerId="LiveId" clId="{DBBD4652-7ADD-4AD9-A97F-41EC05A27D61}" dt="2025-05-01T10:33:56.613" v="509" actId="478"/>
          <ac:picMkLst>
            <pc:docMk/>
            <pc:sldMk cId="2029827881" sldId="260"/>
            <ac:picMk id="6" creationId="{87D9D3D6-04E7-DBC7-52A8-97C5C816DF74}"/>
          </ac:picMkLst>
        </pc:picChg>
        <pc:picChg chg="add del mod">
          <ac:chgData name="Ramya D" userId="206c5dbeb52e7adb" providerId="LiveId" clId="{DBBD4652-7ADD-4AD9-A97F-41EC05A27D61}" dt="2025-05-01T10:33:52.398" v="507" actId="478"/>
          <ac:picMkLst>
            <pc:docMk/>
            <pc:sldMk cId="2029827881" sldId="260"/>
            <ac:picMk id="8" creationId="{79A0879A-FE24-7821-99CF-A82622B180B3}"/>
          </ac:picMkLst>
        </pc:picChg>
        <pc:picChg chg="add del mod">
          <ac:chgData name="Ramya D" userId="206c5dbeb52e7adb" providerId="LiveId" clId="{DBBD4652-7ADD-4AD9-A97F-41EC05A27D61}" dt="2025-05-01T10:34:09.070" v="511" actId="478"/>
          <ac:picMkLst>
            <pc:docMk/>
            <pc:sldMk cId="2029827881" sldId="260"/>
            <ac:picMk id="10" creationId="{68BA9156-8426-5027-FBC2-9EC32D78644E}"/>
          </ac:picMkLst>
        </pc:picChg>
        <pc:picChg chg="add del mod">
          <ac:chgData name="Ramya D" userId="206c5dbeb52e7adb" providerId="LiveId" clId="{DBBD4652-7ADD-4AD9-A97F-41EC05A27D61}" dt="2025-05-01T10:34:20.227" v="513" actId="478"/>
          <ac:picMkLst>
            <pc:docMk/>
            <pc:sldMk cId="2029827881" sldId="260"/>
            <ac:picMk id="12" creationId="{C989B1D6-9EAE-1F70-7B1E-E2040D813D21}"/>
          </ac:picMkLst>
        </pc:picChg>
        <pc:picChg chg="add mod">
          <ac:chgData name="Ramya D" userId="206c5dbeb52e7adb" providerId="LiveId" clId="{DBBD4652-7ADD-4AD9-A97F-41EC05A27D61}" dt="2025-05-01T10:35:58.228" v="535" actId="14100"/>
          <ac:picMkLst>
            <pc:docMk/>
            <pc:sldMk cId="2029827881" sldId="260"/>
            <ac:picMk id="14" creationId="{384886D6-C117-141D-D0DD-BBEE007698A4}"/>
          </ac:picMkLst>
        </pc:picChg>
        <pc:picChg chg="add del mod">
          <ac:chgData name="Ramya D" userId="206c5dbeb52e7adb" providerId="LiveId" clId="{DBBD4652-7ADD-4AD9-A97F-41EC05A27D61}" dt="2025-05-01T10:35:15.622" v="525" actId="478"/>
          <ac:picMkLst>
            <pc:docMk/>
            <pc:sldMk cId="2029827881" sldId="260"/>
            <ac:picMk id="16" creationId="{1F119EE1-3265-761D-09AC-13C680640406}"/>
          </ac:picMkLst>
        </pc:picChg>
        <pc:picChg chg="add del mod">
          <ac:chgData name="Ramya D" userId="206c5dbeb52e7adb" providerId="LiveId" clId="{DBBD4652-7ADD-4AD9-A97F-41EC05A27D61}" dt="2025-05-01T10:35:30.450" v="527" actId="478"/>
          <ac:picMkLst>
            <pc:docMk/>
            <pc:sldMk cId="2029827881" sldId="260"/>
            <ac:picMk id="18" creationId="{1E33F3CB-C89C-2627-A1F9-84BBEF4293E5}"/>
          </ac:picMkLst>
        </pc:picChg>
        <pc:picChg chg="add mod">
          <ac:chgData name="Ramya D" userId="206c5dbeb52e7adb" providerId="LiveId" clId="{DBBD4652-7ADD-4AD9-A97F-41EC05A27D61}" dt="2025-05-01T10:35:52.068" v="533" actId="1076"/>
          <ac:picMkLst>
            <pc:docMk/>
            <pc:sldMk cId="2029827881" sldId="260"/>
            <ac:picMk id="20" creationId="{B3A9829B-BB9F-6E05-6C06-225FE1188828}"/>
          </ac:picMkLst>
        </pc:picChg>
        <pc:picChg chg="add mod">
          <ac:chgData name="Ramya D" userId="206c5dbeb52e7adb" providerId="LiveId" clId="{DBBD4652-7ADD-4AD9-A97F-41EC05A27D61}" dt="2025-05-01T10:36:23.269" v="539" actId="14100"/>
          <ac:picMkLst>
            <pc:docMk/>
            <pc:sldMk cId="2029827881" sldId="260"/>
            <ac:picMk id="22" creationId="{30C7020C-79A0-99C9-276E-A2718C4632D8}"/>
          </ac:picMkLst>
        </pc:picChg>
      </pc:sldChg>
      <pc:sldChg chg="addSp delSp modSp new mod ord">
        <pc:chgData name="Ramya D" userId="206c5dbeb52e7adb" providerId="LiveId" clId="{DBBD4652-7ADD-4AD9-A97F-41EC05A27D61}" dt="2025-05-01T10:33:06.652" v="503"/>
        <pc:sldMkLst>
          <pc:docMk/>
          <pc:sldMk cId="1767540391" sldId="261"/>
        </pc:sldMkLst>
        <pc:spChg chg="add mod">
          <ac:chgData name="Ramya D" userId="206c5dbeb52e7adb" providerId="LiveId" clId="{DBBD4652-7ADD-4AD9-A97F-41EC05A27D61}" dt="2025-05-01T09:54:16.379" v="256" actId="207"/>
          <ac:spMkLst>
            <pc:docMk/>
            <pc:sldMk cId="1767540391" sldId="261"/>
            <ac:spMk id="2" creationId="{93E5BEAD-85D0-3A02-F106-F3ECC3113BEC}"/>
          </ac:spMkLst>
        </pc:spChg>
        <pc:spChg chg="add mod">
          <ac:chgData name="Ramya D" userId="206c5dbeb52e7adb" providerId="LiveId" clId="{DBBD4652-7ADD-4AD9-A97F-41EC05A27D61}" dt="2025-05-01T09:57:27.878" v="327" actId="208"/>
          <ac:spMkLst>
            <pc:docMk/>
            <pc:sldMk cId="1767540391" sldId="261"/>
            <ac:spMk id="3" creationId="{61628AAB-20F7-E8CF-767A-624EA6854437}"/>
          </ac:spMkLst>
        </pc:spChg>
        <pc:spChg chg="add del">
          <ac:chgData name="Ramya D" userId="206c5dbeb52e7adb" providerId="LiveId" clId="{DBBD4652-7ADD-4AD9-A97F-41EC05A27D61}" dt="2025-05-01T09:55:55.944" v="265" actId="478"/>
          <ac:spMkLst>
            <pc:docMk/>
            <pc:sldMk cId="1767540391" sldId="261"/>
            <ac:spMk id="4" creationId="{1A4416FE-CE88-2DF1-C5C5-D3B66D5E1CAA}"/>
          </ac:spMkLst>
        </pc:spChg>
        <pc:spChg chg="add mod">
          <ac:chgData name="Ramya D" userId="206c5dbeb52e7adb" providerId="LiveId" clId="{DBBD4652-7ADD-4AD9-A97F-41EC05A27D61}" dt="2025-05-01T09:58:32.114" v="329" actId="14100"/>
          <ac:spMkLst>
            <pc:docMk/>
            <pc:sldMk cId="1767540391" sldId="261"/>
            <ac:spMk id="5" creationId="{DF3E48D6-686C-F743-6DA8-430ED2314396}"/>
          </ac:spMkLst>
        </pc:spChg>
        <pc:picChg chg="add mod">
          <ac:chgData name="Ramya D" userId="206c5dbeb52e7adb" providerId="LiveId" clId="{DBBD4652-7ADD-4AD9-A97F-41EC05A27D61}" dt="2025-05-01T10:33:06.652" v="503"/>
          <ac:picMkLst>
            <pc:docMk/>
            <pc:sldMk cId="1767540391" sldId="261"/>
            <ac:picMk id="6" creationId="{55453BF6-076A-FF0A-B2B1-0B821C97F71F}"/>
          </ac:picMkLst>
        </pc:picChg>
      </pc:sldChg>
      <pc:sldChg chg="addSp delSp modSp new del mod">
        <pc:chgData name="Ramya D" userId="206c5dbeb52e7adb" providerId="LiveId" clId="{DBBD4652-7ADD-4AD9-A97F-41EC05A27D61}" dt="2025-05-01T09:53:53.185" v="251" actId="2696"/>
        <pc:sldMkLst>
          <pc:docMk/>
          <pc:sldMk cId="2604901515" sldId="261"/>
        </pc:sldMkLst>
        <pc:spChg chg="add mod">
          <ac:chgData name="Ramya D" userId="206c5dbeb52e7adb" providerId="LiveId" clId="{DBBD4652-7ADD-4AD9-A97F-41EC05A27D61}" dt="2025-05-01T09:53:46.012" v="248" actId="1076"/>
          <ac:spMkLst>
            <pc:docMk/>
            <pc:sldMk cId="2604901515" sldId="261"/>
            <ac:spMk id="2" creationId="{13EC2C97-DA8C-FB9E-7265-39680D506BA9}"/>
          </ac:spMkLst>
        </pc:spChg>
        <pc:spChg chg="add mod">
          <ac:chgData name="Ramya D" userId="206c5dbeb52e7adb" providerId="LiveId" clId="{DBBD4652-7ADD-4AD9-A97F-41EC05A27D61}" dt="2025-05-01T09:49:02.303" v="192" actId="14100"/>
          <ac:spMkLst>
            <pc:docMk/>
            <pc:sldMk cId="2604901515" sldId="261"/>
            <ac:spMk id="3" creationId="{96922685-CFD6-0D4C-99FE-AF270DBE7D36}"/>
          </ac:spMkLst>
        </pc:spChg>
        <pc:spChg chg="add mod">
          <ac:chgData name="Ramya D" userId="206c5dbeb52e7adb" providerId="LiveId" clId="{DBBD4652-7ADD-4AD9-A97F-41EC05A27D61}" dt="2025-05-01T09:50:58.684" v="215" actId="14100"/>
          <ac:spMkLst>
            <pc:docMk/>
            <pc:sldMk cId="2604901515" sldId="261"/>
            <ac:spMk id="4" creationId="{5B38DAB5-33AF-D6FF-D88C-B47CA2AA2CDE}"/>
          </ac:spMkLst>
        </pc:spChg>
        <pc:spChg chg="add mod">
          <ac:chgData name="Ramya D" userId="206c5dbeb52e7adb" providerId="LiveId" clId="{DBBD4652-7ADD-4AD9-A97F-41EC05A27D61}" dt="2025-05-01T09:53:41.946" v="247" actId="14100"/>
          <ac:spMkLst>
            <pc:docMk/>
            <pc:sldMk cId="2604901515" sldId="261"/>
            <ac:spMk id="5" creationId="{6124D25C-F39A-72B1-4F35-6196D479735B}"/>
          </ac:spMkLst>
        </pc:spChg>
        <pc:spChg chg="add mod">
          <ac:chgData name="Ramya D" userId="206c5dbeb52e7adb" providerId="LiveId" clId="{DBBD4652-7ADD-4AD9-A97F-41EC05A27D61}" dt="2025-05-01T09:53:36.088" v="246" actId="14100"/>
          <ac:spMkLst>
            <pc:docMk/>
            <pc:sldMk cId="2604901515" sldId="261"/>
            <ac:spMk id="6" creationId="{AA1C5B7C-D596-6C38-4153-A0E244D683F6}"/>
          </ac:spMkLst>
        </pc:spChg>
        <pc:spChg chg="add del mod">
          <ac:chgData name="Ramya D" userId="206c5dbeb52e7adb" providerId="LiveId" clId="{DBBD4652-7ADD-4AD9-A97F-41EC05A27D61}" dt="2025-05-01T09:53:48.447" v="250"/>
          <ac:spMkLst>
            <pc:docMk/>
            <pc:sldMk cId="2604901515" sldId="261"/>
            <ac:spMk id="7" creationId="{F19DE68C-97E9-58A2-04B5-8E828A139741}"/>
          </ac:spMkLst>
        </pc:spChg>
      </pc:sldChg>
      <pc:sldChg chg="addSp delSp modSp new mod">
        <pc:chgData name="Ramya D" userId="206c5dbeb52e7adb" providerId="LiveId" clId="{DBBD4652-7ADD-4AD9-A97F-41EC05A27D61}" dt="2025-05-01T10:33:02.710" v="502"/>
        <pc:sldMkLst>
          <pc:docMk/>
          <pc:sldMk cId="1998558494" sldId="262"/>
        </pc:sldMkLst>
        <pc:spChg chg="add mod">
          <ac:chgData name="Ramya D" userId="206c5dbeb52e7adb" providerId="LiveId" clId="{DBBD4652-7ADD-4AD9-A97F-41EC05A27D61}" dt="2025-05-01T09:59:00.311" v="332" actId="207"/>
          <ac:spMkLst>
            <pc:docMk/>
            <pc:sldMk cId="1998558494" sldId="262"/>
            <ac:spMk id="2" creationId="{DF0768F3-B23B-EE47-D639-9E2259D5C716}"/>
          </ac:spMkLst>
        </pc:spChg>
        <pc:spChg chg="add del mod">
          <ac:chgData name="Ramya D" userId="206c5dbeb52e7adb" providerId="LiveId" clId="{DBBD4652-7ADD-4AD9-A97F-41EC05A27D61}" dt="2025-05-01T09:59:47.688" v="336" actId="478"/>
          <ac:spMkLst>
            <pc:docMk/>
            <pc:sldMk cId="1998558494" sldId="262"/>
            <ac:spMk id="3" creationId="{F7B2BA71-3305-E39E-76EF-9A9B85EF0DC4}"/>
          </ac:spMkLst>
        </pc:spChg>
        <pc:spChg chg="add">
          <ac:chgData name="Ramya D" userId="206c5dbeb52e7adb" providerId="LiveId" clId="{DBBD4652-7ADD-4AD9-A97F-41EC05A27D61}" dt="2025-05-01T09:59:41.121" v="335"/>
          <ac:spMkLst>
            <pc:docMk/>
            <pc:sldMk cId="1998558494" sldId="262"/>
            <ac:spMk id="4" creationId="{56AB6E00-5980-D41D-3D3B-443B813F6573}"/>
          </ac:spMkLst>
        </pc:spChg>
        <pc:spChg chg="add mod">
          <ac:chgData name="Ramya D" userId="206c5dbeb52e7adb" providerId="LiveId" clId="{DBBD4652-7ADD-4AD9-A97F-41EC05A27D61}" dt="2025-05-01T10:01:52.318" v="364" actId="20577"/>
          <ac:spMkLst>
            <pc:docMk/>
            <pc:sldMk cId="1998558494" sldId="262"/>
            <ac:spMk id="5" creationId="{266C0B09-A23A-F6FB-A12C-D9944C5F1EE8}"/>
          </ac:spMkLst>
        </pc:spChg>
        <pc:spChg chg="add del mod">
          <ac:chgData name="Ramya D" userId="206c5dbeb52e7adb" providerId="LiveId" clId="{DBBD4652-7ADD-4AD9-A97F-41EC05A27D61}" dt="2025-05-01T10:02:48.331" v="372" actId="478"/>
          <ac:spMkLst>
            <pc:docMk/>
            <pc:sldMk cId="1998558494" sldId="262"/>
            <ac:spMk id="6" creationId="{53B9CBF5-19BB-EDAD-77D1-5C4C153F9C10}"/>
          </ac:spMkLst>
        </pc:spChg>
        <pc:spChg chg="add">
          <ac:chgData name="Ramya D" userId="206c5dbeb52e7adb" providerId="LiveId" clId="{DBBD4652-7ADD-4AD9-A97F-41EC05A27D61}" dt="2025-05-01T10:02:24.675" v="368"/>
          <ac:spMkLst>
            <pc:docMk/>
            <pc:sldMk cId="1998558494" sldId="262"/>
            <ac:spMk id="7" creationId="{86594C48-68AB-13E9-4E21-3502F50DEC85}"/>
          </ac:spMkLst>
        </pc:spChg>
        <pc:spChg chg="add">
          <ac:chgData name="Ramya D" userId="206c5dbeb52e7adb" providerId="LiveId" clId="{DBBD4652-7ADD-4AD9-A97F-41EC05A27D61}" dt="2025-05-01T10:02:34.757" v="369"/>
          <ac:spMkLst>
            <pc:docMk/>
            <pc:sldMk cId="1998558494" sldId="262"/>
            <ac:spMk id="8" creationId="{507FEA01-7A64-6607-A288-BF656B460D88}"/>
          </ac:spMkLst>
        </pc:spChg>
        <pc:spChg chg="add del mod">
          <ac:chgData name="Ramya D" userId="206c5dbeb52e7adb" providerId="LiveId" clId="{DBBD4652-7ADD-4AD9-A97F-41EC05A27D61}" dt="2025-05-01T10:03:20.120" v="377"/>
          <ac:spMkLst>
            <pc:docMk/>
            <pc:sldMk cId="1998558494" sldId="262"/>
            <ac:spMk id="9" creationId="{6D28EFCA-134E-C635-9FF5-1619B57176D9}"/>
          </ac:spMkLst>
        </pc:spChg>
        <pc:spChg chg="add mod">
          <ac:chgData name="Ramya D" userId="206c5dbeb52e7adb" providerId="LiveId" clId="{DBBD4652-7ADD-4AD9-A97F-41EC05A27D61}" dt="2025-05-01T10:26:27.106" v="474" actId="20577"/>
          <ac:spMkLst>
            <pc:docMk/>
            <pc:sldMk cId="1998558494" sldId="262"/>
            <ac:spMk id="10" creationId="{763565D3-053E-0AA0-53C4-A3105A9B95BC}"/>
          </ac:spMkLst>
        </pc:spChg>
        <pc:picChg chg="add mod">
          <ac:chgData name="Ramya D" userId="206c5dbeb52e7adb" providerId="LiveId" clId="{DBBD4652-7ADD-4AD9-A97F-41EC05A27D61}" dt="2025-05-01T10:33:02.710" v="502"/>
          <ac:picMkLst>
            <pc:docMk/>
            <pc:sldMk cId="1998558494" sldId="262"/>
            <ac:picMk id="11" creationId="{349E624C-CC59-F95E-5755-C13A231F5318}"/>
          </ac:picMkLst>
        </pc:picChg>
      </pc:sldChg>
      <pc:sldChg chg="addSp modSp new mod">
        <pc:chgData name="Ramya D" userId="206c5dbeb52e7adb" providerId="LiveId" clId="{DBBD4652-7ADD-4AD9-A97F-41EC05A27D61}" dt="2025-05-01T10:32:54.208" v="500" actId="1076"/>
        <pc:sldMkLst>
          <pc:docMk/>
          <pc:sldMk cId="1666852664" sldId="263"/>
        </pc:sldMkLst>
        <pc:spChg chg="add mod">
          <ac:chgData name="Ramya D" userId="206c5dbeb52e7adb" providerId="LiveId" clId="{DBBD4652-7ADD-4AD9-A97F-41EC05A27D61}" dt="2025-05-01T10:22:35.992" v="424" actId="207"/>
          <ac:spMkLst>
            <pc:docMk/>
            <pc:sldMk cId="1666852664" sldId="263"/>
            <ac:spMk id="2" creationId="{817F69F3-F1E4-0747-3985-42683CECF580}"/>
          </ac:spMkLst>
        </pc:spChg>
        <pc:spChg chg="add mod">
          <ac:chgData name="Ramya D" userId="206c5dbeb52e7adb" providerId="LiveId" clId="{DBBD4652-7ADD-4AD9-A97F-41EC05A27D61}" dt="2025-05-01T10:24:12.227" v="449" actId="20577"/>
          <ac:spMkLst>
            <pc:docMk/>
            <pc:sldMk cId="1666852664" sldId="263"/>
            <ac:spMk id="3" creationId="{E140EFD4-D1D1-52EF-C8AE-64857AE13DBF}"/>
          </ac:spMkLst>
        </pc:spChg>
        <pc:spChg chg="add mod">
          <ac:chgData name="Ramya D" userId="206c5dbeb52e7adb" providerId="LiveId" clId="{DBBD4652-7ADD-4AD9-A97F-41EC05A27D61}" dt="2025-05-01T10:32:41.991" v="498" actId="1076"/>
          <ac:spMkLst>
            <pc:docMk/>
            <pc:sldMk cId="1666852664" sldId="263"/>
            <ac:spMk id="4" creationId="{B96B1730-1512-9B31-40AB-ED19428409D0}"/>
          </ac:spMkLst>
        </pc:spChg>
        <pc:picChg chg="add mod">
          <ac:chgData name="Ramya D" userId="206c5dbeb52e7adb" providerId="LiveId" clId="{DBBD4652-7ADD-4AD9-A97F-41EC05A27D61}" dt="2025-05-01T10:32:54.208" v="500" actId="1076"/>
          <ac:picMkLst>
            <pc:docMk/>
            <pc:sldMk cId="1666852664" sldId="263"/>
            <ac:picMk id="6" creationId="{3D0709DD-ACFD-4967-F549-4F746E51A655}"/>
          </ac:picMkLst>
        </pc:picChg>
      </pc:sldChg>
      <pc:sldChg chg="addSp modSp new mod">
        <pc:chgData name="Ramya D" userId="206c5dbeb52e7adb" providerId="LiveId" clId="{DBBD4652-7ADD-4AD9-A97F-41EC05A27D61}" dt="2025-05-01T10:32:59.691" v="501"/>
        <pc:sldMkLst>
          <pc:docMk/>
          <pc:sldMk cId="1892539101" sldId="264"/>
        </pc:sldMkLst>
        <pc:spChg chg="add mod">
          <ac:chgData name="Ramya D" userId="206c5dbeb52e7adb" providerId="LiveId" clId="{DBBD4652-7ADD-4AD9-A97F-41EC05A27D61}" dt="2025-05-01T10:27:21.892" v="480" actId="207"/>
          <ac:spMkLst>
            <pc:docMk/>
            <pc:sldMk cId="1892539101" sldId="264"/>
            <ac:spMk id="2" creationId="{9B8F88FE-A055-172C-90DF-2262C2247571}"/>
          </ac:spMkLst>
        </pc:spChg>
        <pc:spChg chg="add mod">
          <ac:chgData name="Ramya D" userId="206c5dbeb52e7adb" providerId="LiveId" clId="{DBBD4652-7ADD-4AD9-A97F-41EC05A27D61}" dt="2025-05-01T10:28:31.049" v="488" actId="20577"/>
          <ac:spMkLst>
            <pc:docMk/>
            <pc:sldMk cId="1892539101" sldId="264"/>
            <ac:spMk id="3" creationId="{4EACA3D3-9FF9-01DB-BEC3-DEC3C4E8FA05}"/>
          </ac:spMkLst>
        </pc:spChg>
        <pc:picChg chg="add mod">
          <ac:chgData name="Ramya D" userId="206c5dbeb52e7adb" providerId="LiveId" clId="{DBBD4652-7ADD-4AD9-A97F-41EC05A27D61}" dt="2025-05-01T10:32:59.691" v="501"/>
          <ac:picMkLst>
            <pc:docMk/>
            <pc:sldMk cId="1892539101" sldId="264"/>
            <ac:picMk id="4" creationId="{F14FE63D-6426-96A3-F5C1-B185A11C24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82F5-A58C-AA7A-2473-12BBA2F13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20566-A83F-081F-E8F9-23D2BCABF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3DEAE-1436-B4B1-1D99-00C89946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B8355-4C0B-71BF-44CA-5939A41E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47C8B-96E8-6F5C-6128-D0DDCB21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0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FDB2-858D-C7F7-4C30-603DE208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0CE38-82C4-7F9B-0D28-3A7C2FB00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E77CE-51BA-3B99-0576-30F8C67A9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50059-122E-CFE5-7C99-1EEDF564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65880-02FD-4637-E59A-9E56924F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51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138A-C837-5022-E33E-21FE9B0F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87C7D-C1E9-F83F-1259-A1AFC6EC1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E92C9-915D-60C8-0C5A-620B677C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A95B8-53C7-F801-405A-150D75A7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631AC-34D0-5BEF-4C40-0F02ED3D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83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4CBD-A6F0-4CB2-DE67-9CAA471D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86C7-DC02-1EC6-66E3-D9C76EEDB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416EF-30B7-971B-D8DC-8A2EFFDF7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43668-70FF-0788-E8B1-31E87E4A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72202-4219-9DDB-F49C-EE928C4B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6D73D-74F6-B789-B0AB-2C61B045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273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824E-BD89-5D9E-074C-FE332651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0CF70-3F95-B025-AA48-2EE1697CB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CEAAE-DA5C-28D2-ED20-CD24F0903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9CE74-FD79-4A03-9965-E31560648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B719D-6642-F5F9-FCCA-50A27A4C6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AD40F-51E4-047E-60E9-88B9D587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B1F45-83EA-B876-BE1F-3262D6BB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FFE6F-55CE-4D6D-29F9-80EA23E1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42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7CC14-5F53-E702-42F4-F6C6D108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9C3FB-DFD0-ED87-6269-0581AAC8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B2483-026E-0A32-0F20-2B6460865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602EE-38E1-8901-24D3-F450A8D4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649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B55BB-F50F-6E41-56B6-4F2A4427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A887A-380B-5DA1-3D33-F24371FB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91A0B-F115-0D60-B1CC-76BD6E08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6B42-A889-C658-9BB3-77CB6169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E4E8-00B1-86BF-F63C-842FFE580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09A05-74D3-1FFA-D2DF-8E4021157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B11F3-98AD-1755-03B7-3EADA30A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BD32F-4B1D-87B2-3D75-FB23AF08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8DFDC-28BA-6578-6DFA-FD667A0D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5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7563-7D68-F79C-FF19-ECBC96AC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5DD92-5705-19EA-267B-EB63AA00A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35D46-1890-6BD3-0F72-0A6670A88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441F0-90E1-2229-B7CA-DF56D188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CAEBF-6F2D-2496-7D08-0393FBFD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4048A-7057-C443-5C0F-F026C2C4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259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1BB1-AFDE-AA29-4CED-69C5503B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6C631-F167-7992-32B4-BA12006CD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5C057-3CAD-A78B-8FAD-00C6A18D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A6BB1-4D11-807F-84C2-ADFD141B0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FD2FC-5A7E-BA37-49CD-752D9175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3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EFFBB-6C67-ABC9-5543-A613CA11C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E59CD-CBB1-F6B0-884F-38CDE8128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ED778-13FF-273D-E310-CC348494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3AC32-3AD1-1BA8-BF42-B491D76B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72AA1-FEDA-862B-DCF1-D64F6704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D85CC-1315-9CF0-DFE3-79B50FED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2AE9F-FE5A-6588-EADB-04DD4311C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4092-BC02-023B-90E2-948A1700E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7D39A-12E2-4766-98EC-7E75A641DA9A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C1EA-0AE0-18A5-5A6D-F0D9C9C57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E5286-C782-E62F-4253-110988D09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15ADD-BC2D-4435-88C0-4544E9DEA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35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6A6551-2C06-3F16-A571-E99AB0397873}"/>
              </a:ext>
            </a:extLst>
          </p:cNvPr>
          <p:cNvSpPr/>
          <p:nvPr/>
        </p:nvSpPr>
        <p:spPr>
          <a:xfrm>
            <a:off x="167148" y="140109"/>
            <a:ext cx="11857703" cy="657778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00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F18BF-0072-B571-FA76-5BC388D4C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683409" y="316342"/>
            <a:ext cx="731275" cy="731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4D235A-F9FF-6BE0-8E6F-8EA5EFC9227B}"/>
              </a:ext>
            </a:extLst>
          </p:cNvPr>
          <p:cNvSpPr txBox="1"/>
          <p:nvPr/>
        </p:nvSpPr>
        <p:spPr>
          <a:xfrm>
            <a:off x="4414684" y="389593"/>
            <a:ext cx="4001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3200" b="1" dirty="0"/>
              <a:t>Uber Analysis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6DF38-E5D2-16F2-5C9C-C8FB6EA35657}"/>
              </a:ext>
            </a:extLst>
          </p:cNvPr>
          <p:cNvSpPr txBox="1"/>
          <p:nvPr/>
        </p:nvSpPr>
        <p:spPr>
          <a:xfrm>
            <a:off x="491614" y="1176598"/>
            <a:ext cx="11405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Guided Power BI Project for Data Visualization and Insights</a:t>
            </a:r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B99A-384D-F788-D548-EF16031D182A}"/>
              </a:ext>
            </a:extLst>
          </p:cNvPr>
          <p:cNvSpPr/>
          <p:nvPr/>
        </p:nvSpPr>
        <p:spPr>
          <a:xfrm>
            <a:off x="658761" y="2010857"/>
            <a:ext cx="4129549" cy="27721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/>
              <a:t>📒</a:t>
            </a:r>
            <a:r>
              <a:rPr lang="en-US" b="1" dirty="0"/>
              <a:t>About the Project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Focused on analyzing Uber ride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Identified peak hours, locations, and user trends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Built interactive dashboards with filters and visuals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88E2A-6C4E-A0B3-ACD2-95CDF31F058B}"/>
              </a:ext>
            </a:extLst>
          </p:cNvPr>
          <p:cNvSpPr txBox="1"/>
          <p:nvPr/>
        </p:nvSpPr>
        <p:spPr>
          <a:xfrm>
            <a:off x="7669162" y="2074606"/>
            <a:ext cx="412954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🧰 </a:t>
            </a:r>
            <a:r>
              <a:rPr lang="en-US" sz="2000" b="1" dirty="0"/>
              <a:t>Tools &amp; Skills</a:t>
            </a:r>
            <a:endParaRPr lang="en-US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Power BI (DAX, Power Query)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Cleaning &amp; Transformation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Dashboard Design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Analytical Thinking</a:t>
            </a:r>
          </a:p>
          <a:p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E8517-7E81-FA83-4F29-2B472624859D}"/>
              </a:ext>
            </a:extLst>
          </p:cNvPr>
          <p:cNvSpPr txBox="1"/>
          <p:nvPr/>
        </p:nvSpPr>
        <p:spPr>
          <a:xfrm>
            <a:off x="3480619" y="4965290"/>
            <a:ext cx="5506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👤 </a:t>
            </a:r>
            <a:r>
              <a:rPr lang="en-US" b="1" dirty="0"/>
              <a:t>Presented by:</a:t>
            </a:r>
            <a:r>
              <a:rPr lang="en-US" dirty="0"/>
              <a:t> Ramya </a:t>
            </a:r>
            <a:br>
              <a:rPr lang="en-US" dirty="0"/>
            </a:br>
            <a:r>
              <a:rPr lang="en-US" dirty="0"/>
              <a:t>📅 </a:t>
            </a:r>
            <a:r>
              <a:rPr lang="en-US" b="1" dirty="0"/>
              <a:t>Date:</a:t>
            </a:r>
            <a:r>
              <a:rPr lang="en-US" dirty="0"/>
              <a:t> April 2025 </a:t>
            </a:r>
            <a:br>
              <a:rPr lang="en-US" dirty="0"/>
            </a:br>
            <a:r>
              <a:rPr lang="en-US" dirty="0"/>
              <a:t>🔗 GitHub: </a:t>
            </a:r>
            <a:r>
              <a:rPr lang="en-US" dirty="0">
                <a:hlinkClick r:id="" action="ppaction://noaction"/>
              </a:rPr>
              <a:t>github.com/RamyaD789/uber-analysis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61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E5BEAD-85D0-3A02-F106-F3ECC3113BEC}"/>
              </a:ext>
            </a:extLst>
          </p:cNvPr>
          <p:cNvSpPr/>
          <p:nvPr/>
        </p:nvSpPr>
        <p:spPr>
          <a:xfrm>
            <a:off x="216310" y="157316"/>
            <a:ext cx="11769213" cy="65384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628AAB-20F7-E8CF-767A-624EA6854437}"/>
              </a:ext>
            </a:extLst>
          </p:cNvPr>
          <p:cNvSpPr/>
          <p:nvPr/>
        </p:nvSpPr>
        <p:spPr>
          <a:xfrm>
            <a:off x="383458" y="383458"/>
            <a:ext cx="11405419" cy="2261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Dashboard Structure:</a:t>
            </a:r>
            <a:endParaRPr lang="en-US" b="0" i="0" dirty="0">
              <a:solidFill>
                <a:schemeClr val="tx1"/>
              </a:solidFill>
              <a:effectLst/>
              <a:latin typeface="Google Sans Text"/>
            </a:endParaRPr>
          </a:p>
          <a:p>
            <a:pPr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Overview Analysis:</a:t>
            </a:r>
            <a:r>
              <a:rPr lang="en-US" b="0" i="0" dirty="0">
                <a:solidFill>
                  <a:schemeClr val="tx1"/>
                </a:solidFill>
                <a:effectLst/>
                <a:latin typeface="Google Sans Text"/>
              </a:rPr>
              <a:t> Provides a summary of key metrics, payment/trip type distribution, vehicle analysis, and top locations.</a:t>
            </a:r>
          </a:p>
          <a:p>
            <a:pPr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Time Analysis:</a:t>
            </a:r>
            <a:r>
              <a:rPr lang="en-US" b="0" i="0" dirty="0">
                <a:solidFill>
                  <a:schemeClr val="tx1"/>
                </a:solidFill>
                <a:effectLst/>
                <a:latin typeface="Google Sans Text"/>
              </a:rPr>
              <a:t> Focuses on daily and weekly booking patterns and peak times.</a:t>
            </a:r>
          </a:p>
          <a:p>
            <a:pPr algn="l">
              <a:lnSpc>
                <a:spcPct val="15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Details:</a:t>
            </a:r>
            <a:r>
              <a:rPr lang="en-US" b="0" i="0" dirty="0">
                <a:solidFill>
                  <a:schemeClr val="tx1"/>
                </a:solidFill>
                <a:effectLst/>
                <a:latin typeface="Google Sans Text"/>
              </a:rPr>
              <a:t> Presents the raw, trip-by-trip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E48D6-686C-F743-6DA8-430ED2314396}"/>
              </a:ext>
            </a:extLst>
          </p:cNvPr>
          <p:cNvSpPr txBox="1"/>
          <p:nvPr/>
        </p:nvSpPr>
        <p:spPr>
          <a:xfrm>
            <a:off x="383458" y="2959510"/>
            <a:ext cx="10668001" cy="311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dirty="0">
                <a:latin typeface="Google Sans Text"/>
              </a:rPr>
              <a:t>Key Metrics</a:t>
            </a:r>
            <a:r>
              <a:rPr lang="en-US" b="1" i="0" dirty="0">
                <a:effectLst/>
                <a:latin typeface="Google Sans Text"/>
              </a:rPr>
              <a:t>:</a:t>
            </a:r>
            <a:endParaRPr lang="en-US" b="0" i="0" dirty="0"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Total Bookings:</a:t>
            </a:r>
            <a:r>
              <a:rPr lang="en-US" b="0" i="0" dirty="0">
                <a:effectLst/>
                <a:latin typeface="Google Sans Text"/>
              </a:rPr>
              <a:t> Over 103.7 thousand trips were booked.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Total Revenue:</a:t>
            </a:r>
            <a:r>
              <a:rPr lang="en-US" b="0" i="0" dirty="0">
                <a:effectLst/>
                <a:latin typeface="Google Sans Text"/>
              </a:rPr>
              <a:t> These bookings generated approximately $1.6 million in revenue.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Average Trip Value:</a:t>
            </a:r>
            <a:r>
              <a:rPr lang="en-US" b="0" i="0" dirty="0">
                <a:effectLst/>
                <a:latin typeface="Google Sans Text"/>
              </a:rPr>
              <a:t> The average revenue per trip was $15.0.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Total Distance:</a:t>
            </a:r>
            <a:r>
              <a:rPr lang="en-US" b="0" i="0" dirty="0">
                <a:effectLst/>
                <a:latin typeface="Google Sans Text"/>
              </a:rPr>
              <a:t> Users traveled a combined distance of 349 thousand miles.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Average Trip Distance:</a:t>
            </a:r>
            <a:r>
              <a:rPr lang="en-US" b="0" i="0" dirty="0">
                <a:effectLst/>
                <a:latin typeface="Google Sans Text"/>
              </a:rPr>
              <a:t> The average trip distance was 3 miles.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Average Trip Time:</a:t>
            </a:r>
            <a:r>
              <a:rPr lang="en-US" b="0" i="0" dirty="0">
                <a:effectLst/>
                <a:latin typeface="Google Sans Text"/>
              </a:rPr>
              <a:t> The average duration of a trip was 16 minutes.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53BF6-076A-FF0A-B2B1-0B821C97F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14" y="201943"/>
            <a:ext cx="439686" cy="43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4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0768F3-B23B-EE47-D639-9E2259D5C716}"/>
              </a:ext>
            </a:extLst>
          </p:cNvPr>
          <p:cNvSpPr/>
          <p:nvPr/>
        </p:nvSpPr>
        <p:spPr>
          <a:xfrm>
            <a:off x="117987" y="147484"/>
            <a:ext cx="11906865" cy="6548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6C0B09-A23A-F6FB-A12C-D9944C5F1EE8}"/>
              </a:ext>
            </a:extLst>
          </p:cNvPr>
          <p:cNvSpPr/>
          <p:nvPr/>
        </p:nvSpPr>
        <p:spPr>
          <a:xfrm>
            <a:off x="304799" y="353961"/>
            <a:ext cx="11552903" cy="19664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2.Booking Characteristics :</a:t>
            </a:r>
            <a:endParaRPr lang="en-US" b="0" i="0" dirty="0">
              <a:solidFill>
                <a:schemeClr val="tx1"/>
              </a:solidFill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Payment Methods:</a:t>
            </a:r>
            <a:r>
              <a:rPr lang="en-US" b="0" i="0" dirty="0">
                <a:solidFill>
                  <a:schemeClr val="tx1"/>
                </a:solidFill>
                <a:effectLst/>
                <a:latin typeface="Google Sans Text"/>
              </a:rPr>
              <a:t> The majority of bookings (nearly 68%) were paid via User Pay, with Cash accounting for a significant portion (over 32%). Amazon Pay and Google Pay were used much less frequently.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Google Sans Text"/>
              </a:rPr>
              <a:t>Trip Type:</a:t>
            </a:r>
            <a:r>
              <a:rPr lang="en-US" b="0" i="0" dirty="0">
                <a:solidFill>
                  <a:schemeClr val="tx1"/>
                </a:solidFill>
                <a:effectLst/>
                <a:latin typeface="Google Sans Text"/>
              </a:rPr>
              <a:t> Day trips accounted for nearly two-thirds of all bookings (over 65%), while Night trips made up the remaining share.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63565D3-053E-0AA0-53C4-A3105A9B9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98" y="2326831"/>
            <a:ext cx="11523404" cy="350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3. Vehicle Performance and Preference (Overview Page):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Usage &amp; Revenue: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 UberX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UberXL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were the most frequently booked vehicle types and generated the highest total booking values. UberX had the most bookings (44.5K), while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UberXL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had the highest total booking value ($2.49 million). Uber Comfort and Uber Black also contributed significantly.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Average Value by Vehicle: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 Average booking values were relatively consistent across vehicle types (around 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KaTeX_Main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KaTeX_Main"/>
              </a:rPr>
              <a:t>          15−15−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16), except for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UberXL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which had a higher average value ($49), likely due to larger group sizes or longer trips.</a:t>
            </a:r>
          </a:p>
          <a:p>
            <a:pPr marR="0" lvl="1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Most Popular: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 UberX is the most preferred vehicle type overall.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9E624C-CC59-F95E-5755-C13A231F5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14" y="201943"/>
            <a:ext cx="439686" cy="43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5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7F69F3-F1E4-0747-3985-42683CECF580}"/>
              </a:ext>
            </a:extLst>
          </p:cNvPr>
          <p:cNvSpPr/>
          <p:nvPr/>
        </p:nvSpPr>
        <p:spPr>
          <a:xfrm>
            <a:off x="176981" y="127819"/>
            <a:ext cx="11808542" cy="65679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0EFD4-D1D1-52EF-C8AE-64857AE13DBF}"/>
              </a:ext>
            </a:extLst>
          </p:cNvPr>
          <p:cNvSpPr txBox="1"/>
          <p:nvPr/>
        </p:nvSpPr>
        <p:spPr>
          <a:xfrm>
            <a:off x="324464" y="285135"/>
            <a:ext cx="11464413" cy="261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en-US" b="1" i="0" dirty="0">
                <a:effectLst/>
                <a:latin typeface="Google Sans Text"/>
              </a:rPr>
              <a:t>4.Location Insights:</a:t>
            </a:r>
            <a:endParaRPr lang="en-US" b="0" i="0" dirty="0"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Frequent Areas:</a:t>
            </a:r>
            <a:r>
              <a:rPr lang="en-US" b="0" i="0" dirty="0">
                <a:effectLst/>
                <a:latin typeface="Google Sans Text"/>
              </a:rPr>
              <a:t> Penn Station/Madison Sq West was the most frequent pickup location, and Upper East Side North was the most frequent </a:t>
            </a:r>
            <a:r>
              <a:rPr lang="en-US" b="0" i="0" dirty="0" err="1">
                <a:effectLst/>
                <a:latin typeface="Google Sans Text"/>
              </a:rPr>
              <a:t>dropoff</a:t>
            </a:r>
            <a:r>
              <a:rPr lang="en-US" b="0" i="0" dirty="0">
                <a:effectLst/>
                <a:latin typeface="Google Sans Text"/>
              </a:rPr>
              <a:t> location.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Longest Trip:</a:t>
            </a:r>
            <a:r>
              <a:rPr lang="en-US" b="0" i="0" dirty="0">
                <a:effectLst/>
                <a:latin typeface="Google Sans Text"/>
              </a:rPr>
              <a:t> The longest recorded trip within the period was 144.1 miles, from Lower East Side to Crown Heights North.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Top Booking Locations:</a:t>
            </a:r>
            <a:r>
              <a:rPr lang="en-US" b="0" i="0" dirty="0">
                <a:effectLst/>
                <a:latin typeface="Google Sans Text"/>
              </a:rPr>
              <a:t> Penn Station/Madison Sq West and Upper East Side appear as top locations for bookings.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B1730-1512-9B31-40AB-ED19428409D0}"/>
              </a:ext>
            </a:extLst>
          </p:cNvPr>
          <p:cNvSpPr txBox="1"/>
          <p:nvPr/>
        </p:nvSpPr>
        <p:spPr>
          <a:xfrm>
            <a:off x="388375" y="3055801"/>
            <a:ext cx="11385754" cy="3380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en-US" b="1" i="0" dirty="0">
                <a:effectLst/>
                <a:latin typeface="Google Sans Text"/>
              </a:rPr>
              <a:t>5.Temporal Trends</a:t>
            </a:r>
            <a:r>
              <a:rPr lang="en-IN" b="1" i="0" dirty="0">
                <a:effectLst/>
                <a:latin typeface="Google Sans Text"/>
              </a:rPr>
              <a:t>(Time Page)</a:t>
            </a:r>
            <a:r>
              <a:rPr lang="en-US" b="1" i="0" dirty="0">
                <a:effectLst/>
                <a:latin typeface="Google Sans Text"/>
              </a:rPr>
              <a:t>:</a:t>
            </a:r>
            <a:endParaRPr lang="en-US" b="0" i="0" dirty="0"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Daily Pattern:</a:t>
            </a:r>
            <a:r>
              <a:rPr lang="en-US" b="0" i="0" dirty="0">
                <a:effectLst/>
                <a:latin typeface="Google Sans Text"/>
              </a:rPr>
              <a:t> Bookings peak in the evening, roughly between 5 PM and 7 PM, with a secondary peak during the morning commute (around 8 AM). Demand is lowest during the early morning hours (1 AM to 5 AM).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Weekly Pattern:</a:t>
            </a:r>
            <a:r>
              <a:rPr lang="en-US" b="0" i="0" dirty="0">
                <a:effectLst/>
                <a:latin typeface="Google Sans Text"/>
              </a:rPr>
              <a:t> Booking volume increases significantly towards the end of the week, with Friday, Saturday, and Sunday being the busiest days. Thursday shows the lowest volume.</a:t>
            </a: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Google Sans Text"/>
              </a:rPr>
              <a:t>Hourly/Day Heatmap:</a:t>
            </a:r>
            <a:r>
              <a:rPr lang="en-US" b="0" i="0" dirty="0">
                <a:effectLst/>
                <a:latin typeface="Google Sans Text"/>
              </a:rPr>
              <a:t> The heatmap confirms that late afternoons and evenings, particularly on weekends, are the periods with the highest booking intensity.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709DD-ACFD-4967-F549-4F746E51A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14" y="201943"/>
            <a:ext cx="439686" cy="43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85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8F88FE-A055-172C-90DF-2262C2247571}"/>
              </a:ext>
            </a:extLst>
          </p:cNvPr>
          <p:cNvSpPr/>
          <p:nvPr/>
        </p:nvSpPr>
        <p:spPr>
          <a:xfrm>
            <a:off x="167148" y="147483"/>
            <a:ext cx="11857704" cy="65187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CA3D3-9FF9-01DB-BEC3-DEC3C4E8FA05}"/>
              </a:ext>
            </a:extLst>
          </p:cNvPr>
          <p:cNvSpPr txBox="1"/>
          <p:nvPr/>
        </p:nvSpPr>
        <p:spPr>
          <a:xfrm>
            <a:off x="353961" y="412955"/>
            <a:ext cx="11503742" cy="2082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225"/>
              </a:spcAft>
            </a:pPr>
            <a:r>
              <a:rPr lang="en-US" b="1" i="0" dirty="0">
                <a:effectLst/>
                <a:latin typeface="Google Sans Text"/>
              </a:rPr>
              <a:t>6. Detailed Data (Details Page):</a:t>
            </a:r>
            <a:endParaRPr lang="en-US" b="0" i="0" dirty="0">
              <a:effectLst/>
              <a:latin typeface="Google Sans Text"/>
            </a:endParaRPr>
          </a:p>
          <a:p>
            <a:pPr marL="742950" lvl="1" indent="-285750" algn="l">
              <a:lnSpc>
                <a:spcPct val="1500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Google Sans Text"/>
              </a:rPr>
              <a:t>The dashboard provides access to granular, trip-level data, including Trip ID, Pickup Date/Time, Vehicle, Payment Type, Passenger Count, Distance, Amount, and Location. This allows for detailed investigation of individual trips. The table lists over 146,000 rows, providing the raw data source for the aggregations.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FE63D-6426-96A3-F5C1-B185A11C2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14" y="201943"/>
            <a:ext cx="439686" cy="43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39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D4147-173C-8AFA-63E8-361E0C0AE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2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0D4EF-1528-C136-AC46-B9017A5E4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7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BB0F2-CC4A-F1F6-D222-080ED4CF9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067"/>
            <a:ext cx="12191999" cy="690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14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847620-0EA1-CD7C-AE85-5E34CCA0D41F}"/>
              </a:ext>
            </a:extLst>
          </p:cNvPr>
          <p:cNvSpPr/>
          <p:nvPr/>
        </p:nvSpPr>
        <p:spPr>
          <a:xfrm>
            <a:off x="176980" y="164690"/>
            <a:ext cx="11838039" cy="65286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19876-04AA-DC2D-B36D-C9FAE04605A9}"/>
              </a:ext>
            </a:extLst>
          </p:cNvPr>
          <p:cNvSpPr txBox="1"/>
          <p:nvPr/>
        </p:nvSpPr>
        <p:spPr>
          <a:xfrm>
            <a:off x="2487561" y="1710813"/>
            <a:ext cx="7275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THANK YOU FOR YOUR ATTENTION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0B1FA-52B1-0762-FC64-12D4EA2B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14" y="201943"/>
            <a:ext cx="439686" cy="4396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4886D6-C117-141D-D0DD-BBEE00769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713" y="3693547"/>
            <a:ext cx="1445189" cy="11795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A9829B-BB9F-6E05-6C06-225FE1188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187" y="3419474"/>
            <a:ext cx="1727713" cy="17277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C7020C-79A0-99C9-276E-A2718C463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620" y="3293749"/>
            <a:ext cx="1877808" cy="187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2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658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Google Sans Text</vt:lpstr>
      <vt:lpstr>KaTeX_Main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 D</dc:creator>
  <cp:lastModifiedBy>Ramya D</cp:lastModifiedBy>
  <cp:revision>1</cp:revision>
  <dcterms:created xsi:type="dcterms:W3CDTF">2025-04-28T16:26:06Z</dcterms:created>
  <dcterms:modified xsi:type="dcterms:W3CDTF">2025-05-01T10:36:29Z</dcterms:modified>
</cp:coreProperties>
</file>